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73"/>
    <p:restoredTop sz="94695"/>
  </p:normalViewPr>
  <p:slideViewPr>
    <p:cSldViewPr snapToGrid="0">
      <p:cViewPr varScale="1">
        <p:scale>
          <a:sx n="196" d="100"/>
          <a:sy n="196" d="100"/>
        </p:scale>
        <p:origin x="168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71E57-E941-5873-5018-3F775FCE40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EB868F-DD4B-C337-E4C9-A46A2534C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73F67-9764-FFFE-61C9-2468FD27E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1C6F3-62FE-E7A3-30BE-08D23C846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EC73E-A9C6-9EA7-F4E7-437F064C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901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4B9A1-6B59-2186-2C24-29F4ACECC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8C50C-1C6F-1759-5C7D-EAE02EF11B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58F25-2422-7109-9A44-C83178F98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BAF2B7-E3A4-EACD-CD34-5AC3FFDFC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3065E-7378-6D31-561D-A201AAA35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242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AA948-4F57-E36E-1D7B-52A40D555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170E4A-40C1-F1C5-25A5-BE957B58E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77EFF-C30D-9CC1-5629-C0D1E397A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14413-6060-8565-709F-644ABD37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71585-6BB5-21C2-743B-9DA527B5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3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323EF-B2FB-E1F3-6D87-BDBF00A2F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FDC5D-E2B5-EDBF-A77F-AAB3D8D64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D44E8D-DCF0-9B98-F2CA-623D1B96D1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AB812C-8720-B7BB-FAA9-C0966EF33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2AFD2-8604-D511-6D8E-E1D68A1DD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D5A18-1475-B6ED-CC77-6B679127D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653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F8398-8A8A-3433-A8F8-08B752DBB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CE3F63-6029-9756-8B70-908B84B2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05358-87D2-B498-7D88-A4199F8918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5FC178-A879-6F12-DE88-F093AF9F0C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E0F4AA-FF83-EDD1-F4B6-06CB60DBE4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E30730-E203-56F0-5ACC-0F1C38A65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632FA2-54FE-F7E8-08C9-618CE4FD6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D021FE-3CD8-1AC3-387B-42BDF2316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61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28EED-CE76-E63A-97BA-9F5BE5859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E1DE4-0575-247C-A7E3-D01C010E5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33837B-ADC6-47B8-57A5-C25A00229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09BCEE-2524-5C39-07D0-441A3DF6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10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342F25-EFF4-59EB-2AA0-5BC5C6FDF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6DA065-A154-FC66-F990-0835450C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A1C18D-1414-83FC-4AD8-5BAE9397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5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DF101-75B4-7FFC-A776-C361CB093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C32D2-30CB-72F1-8E00-E9990ED3C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CD238C-B777-2649-14D1-BD45D57DA0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7EBA6-25C0-C496-586C-CC202C3A2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53A2C-B74C-E92E-9AB9-794CA0258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74274-1759-269F-4C9D-1D7425D9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255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7D7BB-E8CC-86A1-56F9-6ADF08090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4C70D6-FD7D-A8B3-AC55-20DBB73818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37A2C9-60E3-98DD-6CEB-3520B0E64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3AE76-5A67-BDFE-0FC6-44327C60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27B46F-2DA5-478F-5B1D-94B0F56F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9B857-335B-351D-E8A6-C61F8385F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611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6168-779C-6686-7870-682980C1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E9CE3D-313F-D4A4-001E-71FCFB694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F2C7DC-31CB-CFC2-5B48-A55701AD3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87045-8639-4277-4392-830FF1F1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7AC5-F210-4621-CFC7-F7D37A12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426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1A9767-627E-99E1-A3B0-A89581ED26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64811-DA93-B0E0-51E1-C770CF951D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540A1-A7E5-22F6-F95B-D27DD993A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332F7-EA1F-07E8-9012-8342EFAF8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BE2BF8-6C3B-B8FC-5F26-AC1F80F41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22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FDDBE8-A772-9A2C-90E3-90CD594A0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FBFE8-511A-4409-A877-DC85ABA3C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26D2A7-E804-1C43-5FEC-A0971EBAC9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B4BBAA-4165-BE47-A1E5-4AEACA84F6FD}" type="datetimeFigureOut">
              <a:rPr lang="en-US" smtClean="0"/>
              <a:t>4/16/26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42F76-3265-DB3E-0594-3494755E1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9D950-C3B8-9D35-98BF-E96187725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F382D7-D102-ED43-9F8F-7F437B1162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124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C14BC-C609-1AE9-DAAC-E63BEF0682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72AC0-EA72-37CC-615F-27DE3D30D0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24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WINKLER Gabriel, SchülerIn</dc:creator>
  <cp:lastModifiedBy>WINKLER Gabriel, SchülerIn</cp:lastModifiedBy>
  <cp:revision>1</cp:revision>
  <dcterms:created xsi:type="dcterms:W3CDTF">2026-04-16T17:29:22Z</dcterms:created>
  <dcterms:modified xsi:type="dcterms:W3CDTF">2026-04-16T17:29:45Z</dcterms:modified>
</cp:coreProperties>
</file>